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374D"/>
                </a:solidFill>
              </a:defRPr>
            </a:pPr>
            <a:r>
              <a:t>Estimación mensual de costos — Arquitectura TitanicAPI en Google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1338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05050"/>
                </a:solidFill>
              </a:defRPr>
            </a:pPr>
            <a:r>
              <a:t>Simulación tipo Google Cloud Pricing Calculator | USD/mes | Región de referencia: us-central1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1051560"/>
          <a:ext cx="11475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331720"/>
                <a:gridCol w="4069080"/>
                <a:gridCol w="1783080"/>
                <a:gridCol w="1783080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 anchor="t">
                    <a:solidFill>
                      <a:srgbClr val="1F37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Servicio</a:t>
                      </a:r>
                    </a:p>
                  </a:txBody>
                  <a:tcPr anchor="t">
                    <a:solidFill>
                      <a:srgbClr val="1F37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Configuración</a:t>
                      </a:r>
                    </a:p>
                  </a:txBody>
                  <a:tcPr anchor="t">
                    <a:solidFill>
                      <a:srgbClr val="1F37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t">
                    <a:solidFill>
                      <a:srgbClr val="1F37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Optimizado</a:t>
                      </a:r>
                    </a:p>
                  </a:txBody>
                  <a:tcPr anchor="t">
                    <a:solidFill>
                      <a:srgbClr val="1F37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Almacenamiento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Cloud Storage Standard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100 GB vs. 50 GB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$2.60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$1.30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Preparación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Vertex AI Custom Job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20 h vs. 8 h | n1-standard-4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$3.80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$1.52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Notebooks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Vertex AI Workbench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160 h vs. 60 h | n1-standard-4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$62.40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$23.40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Entrenamiento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Vertex AI Custom Training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10 h vs. 4 h | n1-standard-4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$1.90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$0.76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Registro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Vertex AI Model Registry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1 modelo / mes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Inferencia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Vertex AI Online Prediction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730 h vs. 365 h de endpoint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$284.70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$142.35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Logs y monitoreo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Cloud Logging + Monitoring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Volumen bajo; dentro de asignaciones gratuitas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Transferencia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Internet Data Transfer Out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9232D"/>
                          </a:solidFill>
                        </a:defRPr>
                      </a:pPr>
                      <a:r>
                        <a:t>10 GB vs. 5 GB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$1.20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32D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t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TOTAL MENSUAL</a:t>
                      </a:r>
                    </a:p>
                  </a:txBody>
                  <a:tcPr anchor="t"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32D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32D"/>
                          </a:solidFill>
                        </a:defRPr>
                      </a:pPr>
                    </a:p>
                  </a:txBody>
                  <a:tcPr anchor="t"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$356.60</a:t>
                      </a:r>
                    </a:p>
                  </a:txBody>
                  <a:tcPr anchor="t"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32D"/>
                          </a:solidFill>
                        </a:defRPr>
                      </a:pPr>
                      <a:r>
                        <a:t>$169.93</a:t>
                      </a:r>
                    </a:p>
                  </a:txBody>
                  <a:tcPr anchor="t">
                    <a:solidFill>
                      <a:srgbClr val="E2EC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732520" y="5532120"/>
            <a:ext cx="2880360" cy="502920"/>
          </a:xfrm>
          <a:prstGeom prst="roundRect">
            <a:avLst/>
          </a:prstGeom>
          <a:solidFill>
            <a:srgbClr val="E2EFE2"/>
          </a:solidFill>
          <a:ln>
            <a:solidFill>
              <a:srgbClr val="48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6432"/>
                </a:solidFill>
              </a:defRPr>
            </a:pPr>
            <a:r>
              <a:t>Ahorro estimado: 52.3%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5046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B4B4B"/>
                </a:solidFill>
              </a:defRPr>
            </a:pPr>
            <a:r>
              <a:t>Supuestos de simulación: 730 h/mes; precios PAYG de referencia; N1-standard-4 ≈ $0.39/h. Base = operación continua. Optimizado = reducción de horas de Workbench/entrenamiento y endpoint activo 12 h/día.</a:t>
            </a:r>
          </a:p>
          <a:p>
            <a:pPr>
              <a:defRPr sz="850">
                <a:solidFill>
                  <a:srgbClr val="4B4B4B"/>
                </a:solidFill>
              </a:defRPr>
            </a:pPr>
            <a:r>
              <a:t>Nota: no es una cotización oficial. Los cargos reales dependen de región, SKUs, volumen, escalado, descuentos y asignaciones gratuitas.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263640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5F5F5F"/>
                </a:solidFill>
              </a:defRPr>
            </a:pPr>
            <a:r>
              <a:t>Referencias: Google Cloud Pricing / Vertex AI / Compute Engine / Cloud Storage / Cloud Logging &amp;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